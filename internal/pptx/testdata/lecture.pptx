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0"/>
    <p:sldId id="257" r:id="rId20"/>
  </p:sldIdLst>
</p:presentation>
</file>

<file path=ppt/_rels/presentation.xml.rels><?xml version="1.0"?><Relationships xmlns="http://schemas.openxmlformats.org/package/2006/relationships"><Relationship Id="rId10" Type="http://schemas.openxmlformats.org/officeDocument/2006/relationships/slide" Target="slides/slide2.xml"/><Relationship Id="rId20" Type="http://schemas.openxmlformats.org/officeDocument/2006/relationships/slide" Target="slides/slide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Ask who owns the table.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Mention the diagram.</a:t>
            </a:r>
          </a:p>
        </p:txBody>
      </p:sp>
    </p:spTree>
  </p:cSld>
</p:notes>
</file>

<file path=ppt/slides/_rels/slide1.xml.rels><?xml version="1.0"?>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_rels/slide2.xml.rels><?xml version="1.0"?><Relationships xmlns="http://schemas.openxmlformats.org/package/2006/relationships"><Relationship Id="rId1" Type="http://schemas.openxmlformats.org/officeDocument/2006/relationships/notesSlide" Target="../notesSlides/notesSlid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Routing</a:t>
            </a:r>
          </a:p>
          <a:p>
            <a:r>
              <a:t>Tables pick the next hop.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Introduction</a:t>
            </a:r>
          </a:p>
          <a:p>
            <a:r>
              <a:t>Packets travel in hops.</a:t>
            </a:r>
          </a:p>
        </p:txBody>
      </p:sp>
    </p:spTree>
  </p:cSld>
</p:sld>
</file>